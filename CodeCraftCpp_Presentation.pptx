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CodeCraftCpp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C++ Projects Repository</a:t>
            </a:r>
          </a:p>
          <a:p/>
          <a:p>
            <a:r>
              <a:t>Name: Likhil Tej Kumar</a:t>
            </a:r>
          </a:p>
          <a:p>
            <a:r>
              <a:t>Branch: CAI</a:t>
            </a:r>
          </a:p>
          <a:p>
            <a:r>
              <a:t>Roll No: 25A32A43C9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CodeCraftCpp is a collection of C++ programs and projects for learning and practice.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 C++ basics</a:t>
            </a:r>
          </a:p>
          <a:p>
            <a:r>
              <a:t>• Practice problem solving</a:t>
            </a:r>
          </a:p>
          <a:p>
            <a:r>
              <a:t>• Build mini projects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Structures</a:t>
            </a:r>
          </a:p>
          <a:p>
            <a:r>
              <a:t>• Algorithms</a:t>
            </a:r>
          </a:p>
          <a:p>
            <a:r>
              <a:t>• Mini Projects</a:t>
            </a:r>
          </a:p>
          <a:p>
            <a:r>
              <a:t>• Console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Calculator using switch case</a:t>
            </a:r>
          </a:p>
          <a:p>
            <a:r>
              <a:t>Performs +, -, *, /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CodeCraftCpp helps in mastering C++ through practical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